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9"/>
  </p:notesMasterIdLst>
  <p:handoutMasterIdLst>
    <p:handoutMasterId r:id="rId10"/>
  </p:handoutMasterIdLst>
  <p:sldIdLst>
    <p:sldId id="256" r:id="rId2"/>
    <p:sldId id="288" r:id="rId3"/>
    <p:sldId id="278" r:id="rId4"/>
    <p:sldId id="264" r:id="rId5"/>
    <p:sldId id="274" r:id="rId6"/>
    <p:sldId id="308" r:id="rId7"/>
    <p:sldId id="260" r:id="rId8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48" autoAdjust="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7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 custT="1"/>
      <dgm:spPr/>
      <dgm:t>
        <a:bodyPr rtlCol="0"/>
        <a:lstStyle/>
        <a:p>
          <a:pPr rtl="0">
            <a:lnSpc>
              <a:spcPct val="100000"/>
            </a:lnSpc>
          </a:pPr>
          <a:r>
            <a:rPr lang="pt-BR" sz="3000" baseline="0" noProof="0" dirty="0">
              <a:solidFill>
                <a:srgbClr val="FFFF00"/>
              </a:solidFill>
            </a:rPr>
            <a:t>Solução ótima</a:t>
          </a:r>
          <a:r>
            <a:rPr lang="pt-BR" sz="3000" baseline="0" noProof="0" dirty="0"/>
            <a:t>: solução de custo mínimo</a:t>
          </a:r>
          <a:endParaRPr lang="pt-BR" sz="4700" noProof="0" dirty="0"/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pt-BR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pt-BR" noProof="0" dirty="0"/>
        </a:p>
      </dgm:t>
    </dgm:pt>
    <dgm:pt modelId="{945A837D-FD32-4110-B0AE-9ABBB7045C6B}">
      <dgm:prSet custT="1"/>
      <dgm:spPr/>
      <dgm:t>
        <a:bodyPr/>
        <a:lstStyle/>
        <a:p>
          <a:r>
            <a:rPr lang="pt-BR" sz="3000" kern="1200" baseline="0" dirty="0">
              <a:solidFill>
                <a:srgbClr val="FFFF00"/>
              </a:solidFill>
              <a:latin typeface="Gill Sans MT" panose="020B0502020104020203"/>
              <a:ea typeface="+mn-ea"/>
              <a:cs typeface="+mn-cs"/>
            </a:rPr>
            <a:t>Soluções</a:t>
          </a:r>
          <a:r>
            <a:rPr lang="pt-BR" sz="3000" kern="1200" baseline="0" dirty="0">
              <a:solidFill>
                <a:prstClr val="white"/>
              </a:solidFill>
              <a:latin typeface="Gill Sans MT" panose="020B0502020104020203"/>
              <a:ea typeface="+mn-ea"/>
              <a:cs typeface="+mn-cs"/>
            </a:rPr>
            <a:t>: sequências de ações que levam de um estado inicial a um objetivo.</a:t>
          </a:r>
        </a:p>
      </dgm:t>
    </dgm:pt>
    <dgm:pt modelId="{A685FFA2-64D5-48D2-ACCA-739249CD0FA3}" type="parTrans" cxnId="{D60C4DEC-FF33-4906-B7AB-DCAA9D1BCC98}">
      <dgm:prSet/>
      <dgm:spPr/>
      <dgm:t>
        <a:bodyPr/>
        <a:lstStyle/>
        <a:p>
          <a:endParaRPr lang="pt-BR"/>
        </a:p>
      </dgm:t>
    </dgm:pt>
    <dgm:pt modelId="{AB03023A-63D8-43F4-972C-7EC6E9D244A1}" type="sibTrans" cxnId="{D60C4DEC-FF33-4906-B7AB-DCAA9D1BCC98}">
      <dgm:prSet/>
      <dgm:spPr/>
      <dgm:t>
        <a:bodyPr/>
        <a:lstStyle/>
        <a:p>
          <a:endParaRPr lang="pt-BR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2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2"/>
      <dgm:spPr/>
    </dgm:pt>
    <dgm:pt modelId="{429CABD1-4116-474B-81BF-735E2CA9DD00}" type="pres">
      <dgm:prSet presAssocID="{7E5AA53B-3EEE-4DE4-BB81-9044890C2946}" presName="dstNode" presStyleLbl="node1" presStyleIdx="0" presStyleCnt="2"/>
      <dgm:spPr/>
    </dgm:pt>
    <dgm:pt modelId="{00EBD7DE-895A-4507-8EED-49CED31C63AC}" type="pres">
      <dgm:prSet presAssocID="{945A837D-FD32-4110-B0AE-9ABBB7045C6B}" presName="text_1" presStyleLbl="node1" presStyleIdx="0" presStyleCnt="2">
        <dgm:presLayoutVars>
          <dgm:bulletEnabled val="1"/>
        </dgm:presLayoutVars>
      </dgm:prSet>
      <dgm:spPr/>
    </dgm:pt>
    <dgm:pt modelId="{7A0D1A64-C7A3-4C1F-8D6C-91A345B92988}" type="pres">
      <dgm:prSet presAssocID="{945A837D-FD32-4110-B0AE-9ABBB7045C6B}" presName="accent_1" presStyleCnt="0"/>
      <dgm:spPr/>
    </dgm:pt>
    <dgm:pt modelId="{CE339D08-636F-4E7F-8DC0-F9E3D06DA7F0}" type="pres">
      <dgm:prSet presAssocID="{945A837D-FD32-4110-B0AE-9ABBB7045C6B}" presName="accentRepeatNode" presStyleLbl="solidFgAcc1" presStyleIdx="0" presStyleCnt="2"/>
      <dgm:spPr/>
    </dgm:pt>
    <dgm:pt modelId="{3B3BEA5E-CF1B-45C3-A912-3823E664BD06}" type="pres">
      <dgm:prSet presAssocID="{6750AC01-D39D-4F3A-9DC8-2A211EE986A2}" presName="text_2" presStyleLbl="node1" presStyleIdx="1" presStyleCnt="2">
        <dgm:presLayoutVars>
          <dgm:bulletEnabled val="1"/>
        </dgm:presLayoutVars>
      </dgm:prSet>
      <dgm:spPr/>
    </dgm:pt>
    <dgm:pt modelId="{304C285D-47BE-4F3A-BB1E-95620F5D00A1}" type="pres">
      <dgm:prSet presAssocID="{6750AC01-D39D-4F3A-9DC8-2A211EE986A2}" presName="accent_2" presStyleCnt="0"/>
      <dgm:spPr/>
    </dgm:pt>
    <dgm:pt modelId="{07CB3071-D555-47DA-A36A-69EB91531FD8}" type="pres">
      <dgm:prSet presAssocID="{6750AC01-D39D-4F3A-9DC8-2A211EE986A2}" presName="accentRepeatNode" presStyleLbl="solidFgAcc1" presStyleIdx="1" presStyleCnt="2"/>
      <dgm:spPr/>
    </dgm:pt>
  </dgm:ptLst>
  <dgm:cxnLst>
    <dgm:cxn modelId="{0B5DAE5F-BCDC-4BF7-A6E7-CF856886A64D}" srcId="{7E5AA53B-3EEE-4DE4-BB81-9044890C2946}" destId="{6750AC01-D39D-4F3A-9DC8-2A211EE986A2}" srcOrd="1" destOrd="0" parTransId="{720680DC-AAA4-4434-A582-60EBCC5BA355}" sibTransId="{CA077D98-8478-47EA-B6A9-99ACE60C64D4}"/>
    <dgm:cxn modelId="{A771AF77-0E72-4A76-8E7F-95C201264433}" type="presOf" srcId="{6750AC01-D39D-4F3A-9DC8-2A211EE986A2}" destId="{3B3BEA5E-CF1B-45C3-A912-3823E664BD06}" srcOrd="0" destOrd="0" presId="urn:microsoft.com/office/officeart/2008/layout/VerticalCurvedList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3E3BC7B2-D369-4BFD-8BE5-278C2C898CED}" type="presOf" srcId="{AB03023A-63D8-43F4-972C-7EC6E9D244A1}" destId="{D79B43FC-100B-4A0D-A4D5-0D2D04B99064}" srcOrd="0" destOrd="0" presId="urn:microsoft.com/office/officeart/2008/layout/VerticalCurvedList"/>
    <dgm:cxn modelId="{132DD5E4-9E85-4FAF-BB8F-145203029012}" type="presOf" srcId="{945A837D-FD32-4110-B0AE-9ABBB7045C6B}" destId="{00EBD7DE-895A-4507-8EED-49CED31C63AC}" srcOrd="0" destOrd="0" presId="urn:microsoft.com/office/officeart/2008/layout/VerticalCurvedList"/>
    <dgm:cxn modelId="{D60C4DEC-FF33-4906-B7AB-DCAA9D1BCC98}" srcId="{7E5AA53B-3EEE-4DE4-BB81-9044890C2946}" destId="{945A837D-FD32-4110-B0AE-9ABBB7045C6B}" srcOrd="0" destOrd="0" parTransId="{A685FFA2-64D5-48D2-ACCA-739249CD0FA3}" sibTransId="{AB03023A-63D8-43F4-972C-7EC6E9D244A1}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3F6DF88-826D-4E5A-B5D6-B1B901FF1596}" type="presParOf" srcId="{90561C55-3C6E-4D53-85E1-2C50BCDDA392}" destId="{00EBD7DE-895A-4507-8EED-49CED31C63AC}" srcOrd="1" destOrd="0" presId="urn:microsoft.com/office/officeart/2008/layout/VerticalCurvedList"/>
    <dgm:cxn modelId="{A330D334-E000-4710-9658-BA1143EE5AF2}" type="presParOf" srcId="{90561C55-3C6E-4D53-85E1-2C50BCDDA392}" destId="{7A0D1A64-C7A3-4C1F-8D6C-91A345B92988}" srcOrd="2" destOrd="0" presId="urn:microsoft.com/office/officeart/2008/layout/VerticalCurvedList"/>
    <dgm:cxn modelId="{96889213-3D01-4AE1-9339-554B2742E3A6}" type="presParOf" srcId="{7A0D1A64-C7A3-4C1F-8D6C-91A345B92988}" destId="{CE339D08-636F-4E7F-8DC0-F9E3D06DA7F0}" srcOrd="0" destOrd="0" presId="urn:microsoft.com/office/officeart/2008/layout/VerticalCurvedList"/>
    <dgm:cxn modelId="{189348F5-2138-4FA7-9453-31F8946CAE64}" type="presParOf" srcId="{90561C55-3C6E-4D53-85E1-2C50BCDDA392}" destId="{3B3BEA5E-CF1B-45C3-A912-3823E664BD06}" srcOrd="3" destOrd="0" presId="urn:microsoft.com/office/officeart/2008/layout/VerticalCurvedList"/>
    <dgm:cxn modelId="{0AA1B27D-C69B-47A8-AAF8-F31CF3697D39}" type="presParOf" srcId="{90561C55-3C6E-4D53-85E1-2C50BCDDA392}" destId="{304C285D-47BE-4F3A-BB1E-95620F5D00A1}" srcOrd="4" destOrd="0" presId="urn:microsoft.com/office/officeart/2008/layout/VerticalCurvedList"/>
    <dgm:cxn modelId="{CE35C862-F966-4BB2-9371-37D96DA4E96C}" type="presParOf" srcId="{304C285D-47BE-4F3A-BB1E-95620F5D00A1}" destId="{07CB3071-D555-47DA-A36A-69EB91531FD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 custT="1"/>
      <dgm:spPr/>
      <dgm:t>
        <a:bodyPr rtlCol="0"/>
        <a:lstStyle/>
        <a:p>
          <a:pPr rtl="0">
            <a:lnSpc>
              <a:spcPct val="100000"/>
            </a:lnSpc>
          </a:pPr>
          <a:r>
            <a:rPr lang="pt-BR" sz="3000" baseline="0" noProof="0" dirty="0"/>
            <a:t>Ações</a:t>
          </a:r>
          <a:endParaRPr lang="pt-BR" sz="4700" noProof="0" dirty="0"/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pt-BR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pt-BR" noProof="0" dirty="0"/>
        </a:p>
      </dgm:t>
    </dgm:pt>
    <dgm:pt modelId="{0BEF68B8-1228-47BB-83B5-7B9CD1E3F84E}">
      <dgm:prSet phldrT="[Text]" custT="1"/>
      <dgm:spPr/>
      <dgm:t>
        <a:bodyPr rtlCol="0"/>
        <a:lstStyle/>
        <a:p>
          <a:pPr rtl="0">
            <a:lnSpc>
              <a:spcPct val="100000"/>
            </a:lnSpc>
          </a:pPr>
          <a:r>
            <a:rPr lang="pt-BR" sz="2800" noProof="0" dirty="0"/>
            <a:t>Teste de Objetivo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pt-BR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pt-BR" noProof="0" dirty="0"/>
        </a:p>
      </dgm:t>
    </dgm:pt>
    <dgm:pt modelId="{5605D28D-2CE6-4513-8566-952984E21E14}">
      <dgm:prSet phldrT="[Text]" custT="1"/>
      <dgm:spPr/>
      <dgm:t>
        <a:bodyPr rtlCol="0"/>
        <a:lstStyle/>
        <a:p>
          <a:pPr rtl="0">
            <a:lnSpc>
              <a:spcPct val="100000"/>
            </a:lnSpc>
          </a:pPr>
          <a:r>
            <a:rPr lang="pt-BR" sz="2800" noProof="0" dirty="0"/>
            <a:t>Custo</a:t>
          </a:r>
          <a:endParaRPr lang="pt-BR" sz="4700" noProof="0" dirty="0"/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pt-BR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pt-BR" noProof="0" dirty="0"/>
        </a:p>
      </dgm:t>
    </dgm:pt>
    <dgm:pt modelId="{945A837D-FD32-4110-B0AE-9ABBB7045C6B}">
      <dgm:prSet custT="1"/>
      <dgm:spPr/>
      <dgm:t>
        <a:bodyPr/>
        <a:lstStyle/>
        <a:p>
          <a:r>
            <a:rPr lang="pt-BR" sz="3000" kern="1200" baseline="0" dirty="0">
              <a:solidFill>
                <a:prstClr val="white"/>
              </a:solidFill>
              <a:latin typeface="Gill Sans MT" panose="020B0502020104020203"/>
              <a:ea typeface="+mn-ea"/>
              <a:cs typeface="+mn-cs"/>
            </a:rPr>
            <a:t>Estado Inicial</a:t>
          </a:r>
        </a:p>
      </dgm:t>
    </dgm:pt>
    <dgm:pt modelId="{A685FFA2-64D5-48D2-ACCA-739249CD0FA3}" type="parTrans" cxnId="{D60C4DEC-FF33-4906-B7AB-DCAA9D1BCC98}">
      <dgm:prSet/>
      <dgm:spPr/>
      <dgm:t>
        <a:bodyPr/>
        <a:lstStyle/>
        <a:p>
          <a:endParaRPr lang="pt-BR"/>
        </a:p>
      </dgm:t>
    </dgm:pt>
    <dgm:pt modelId="{AB03023A-63D8-43F4-972C-7EC6E9D244A1}" type="sibTrans" cxnId="{D60C4DEC-FF33-4906-B7AB-DCAA9D1BCC98}">
      <dgm:prSet/>
      <dgm:spPr/>
      <dgm:t>
        <a:bodyPr/>
        <a:lstStyle/>
        <a:p>
          <a:endParaRPr lang="pt-BR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4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4"/>
      <dgm:spPr/>
    </dgm:pt>
    <dgm:pt modelId="{429CABD1-4116-474B-81BF-735E2CA9DD00}" type="pres">
      <dgm:prSet presAssocID="{7E5AA53B-3EEE-4DE4-BB81-9044890C2946}" presName="dstNode" presStyleLbl="node1" presStyleIdx="0" presStyleCnt="4"/>
      <dgm:spPr/>
    </dgm:pt>
    <dgm:pt modelId="{00EBD7DE-895A-4507-8EED-49CED31C63AC}" type="pres">
      <dgm:prSet presAssocID="{945A837D-FD32-4110-B0AE-9ABBB7045C6B}" presName="text_1" presStyleLbl="node1" presStyleIdx="0" presStyleCnt="4">
        <dgm:presLayoutVars>
          <dgm:bulletEnabled val="1"/>
        </dgm:presLayoutVars>
      </dgm:prSet>
      <dgm:spPr/>
    </dgm:pt>
    <dgm:pt modelId="{7A0D1A64-C7A3-4C1F-8D6C-91A345B92988}" type="pres">
      <dgm:prSet presAssocID="{945A837D-FD32-4110-B0AE-9ABBB7045C6B}" presName="accent_1" presStyleCnt="0"/>
      <dgm:spPr/>
    </dgm:pt>
    <dgm:pt modelId="{CE339D08-636F-4E7F-8DC0-F9E3D06DA7F0}" type="pres">
      <dgm:prSet presAssocID="{945A837D-FD32-4110-B0AE-9ABBB7045C6B}" presName="accentRepeatNode" presStyleLbl="solidFgAcc1" presStyleIdx="0" presStyleCnt="4"/>
      <dgm:spPr/>
    </dgm:pt>
    <dgm:pt modelId="{3B3BEA5E-CF1B-45C3-A912-3823E664BD06}" type="pres">
      <dgm:prSet presAssocID="{6750AC01-D39D-4F3A-9DC8-2A211EE986A2}" presName="text_2" presStyleLbl="node1" presStyleIdx="1" presStyleCnt="4">
        <dgm:presLayoutVars>
          <dgm:bulletEnabled val="1"/>
        </dgm:presLayoutVars>
      </dgm:prSet>
      <dgm:spPr/>
    </dgm:pt>
    <dgm:pt modelId="{304C285D-47BE-4F3A-BB1E-95620F5D00A1}" type="pres">
      <dgm:prSet presAssocID="{6750AC01-D39D-4F3A-9DC8-2A211EE986A2}" presName="accent_2" presStyleCnt="0"/>
      <dgm:spPr/>
    </dgm:pt>
    <dgm:pt modelId="{07CB3071-D555-47DA-A36A-69EB91531FD8}" type="pres">
      <dgm:prSet presAssocID="{6750AC01-D39D-4F3A-9DC8-2A211EE986A2}" presName="accentRepeatNode" presStyleLbl="solidFgAcc1" presStyleIdx="1" presStyleCnt="4"/>
      <dgm:spPr/>
    </dgm:pt>
    <dgm:pt modelId="{3051F9DC-B50D-40C9-B060-D11F1D63051A}" type="pres">
      <dgm:prSet presAssocID="{0BEF68B8-1228-47BB-83B5-7B9CD1E3F84E}" presName="text_3" presStyleLbl="node1" presStyleIdx="2" presStyleCnt="4">
        <dgm:presLayoutVars>
          <dgm:bulletEnabled val="1"/>
        </dgm:presLayoutVars>
      </dgm:prSet>
      <dgm:spPr/>
    </dgm:pt>
    <dgm:pt modelId="{EBC2076F-2D5C-4B29-A9BF-70B514CC9A76}" type="pres">
      <dgm:prSet presAssocID="{0BEF68B8-1228-47BB-83B5-7B9CD1E3F84E}" presName="accent_3" presStyleCnt="0"/>
      <dgm:spPr/>
    </dgm:pt>
    <dgm:pt modelId="{3F8116AC-FAC3-4E95-9865-93CCFEB191B9}" type="pres">
      <dgm:prSet presAssocID="{0BEF68B8-1228-47BB-83B5-7B9CD1E3F84E}" presName="accentRepeatNode" presStyleLbl="solidFgAcc1" presStyleIdx="2" presStyleCnt="4"/>
      <dgm:spPr/>
    </dgm:pt>
    <dgm:pt modelId="{C89CD5D8-CD98-4606-8FEB-F4D84032F465}" type="pres">
      <dgm:prSet presAssocID="{5605D28D-2CE6-4513-8566-952984E21E14}" presName="text_4" presStyleLbl="node1" presStyleIdx="3" presStyleCnt="4">
        <dgm:presLayoutVars>
          <dgm:bulletEnabled val="1"/>
        </dgm:presLayoutVars>
      </dgm:prSet>
      <dgm:spPr/>
    </dgm:pt>
    <dgm:pt modelId="{9B98D1DF-2EEE-4EBD-B6F9-F626C830025C}" type="pres">
      <dgm:prSet presAssocID="{5605D28D-2CE6-4513-8566-952984E21E14}" presName="accent_4" presStyleCnt="0"/>
      <dgm:spPr/>
    </dgm:pt>
    <dgm:pt modelId="{A965097E-32F1-4AB8-8C4E-2814A7596B2F}" type="pres">
      <dgm:prSet presAssocID="{5605D28D-2CE6-4513-8566-952984E21E14}" presName="accentRepeatNode" presStyleLbl="solidFgAcc1" presStyleIdx="3" presStyleCnt="4"/>
      <dgm:spPr/>
    </dgm:pt>
  </dgm:ptLst>
  <dgm:cxnLst>
    <dgm:cxn modelId="{8316400E-B85D-438E-AECF-ECF16FD6C4FA}" type="presOf" srcId="{0BEF68B8-1228-47BB-83B5-7B9CD1E3F84E}" destId="{3051F9DC-B50D-40C9-B060-D11F1D63051A}" srcOrd="0" destOrd="0" presId="urn:microsoft.com/office/officeart/2008/layout/VerticalCurvedList"/>
    <dgm:cxn modelId="{32285F28-A37A-441E-A49F-CD9A2FD41596}" type="presOf" srcId="{5605D28D-2CE6-4513-8566-952984E21E14}" destId="{C89CD5D8-CD98-4606-8FEB-F4D84032F465}" srcOrd="0" destOrd="0" presId="urn:microsoft.com/office/officeart/2008/layout/VerticalCurvedList"/>
    <dgm:cxn modelId="{0B5DAE5F-BCDC-4BF7-A6E7-CF856886A64D}" srcId="{7E5AA53B-3EEE-4DE4-BB81-9044890C2946}" destId="{6750AC01-D39D-4F3A-9DC8-2A211EE986A2}" srcOrd="1" destOrd="0" parTransId="{720680DC-AAA4-4434-A582-60EBCC5BA355}" sibTransId="{CA077D98-8478-47EA-B6A9-99ACE60C64D4}"/>
    <dgm:cxn modelId="{A771AF77-0E72-4A76-8E7F-95C201264433}" type="presOf" srcId="{6750AC01-D39D-4F3A-9DC8-2A211EE986A2}" destId="{3B3BEA5E-CF1B-45C3-A912-3823E664BD06}" srcOrd="0" destOrd="0" presId="urn:microsoft.com/office/officeart/2008/layout/VerticalCurvedList"/>
    <dgm:cxn modelId="{EDEF4F82-1237-4639-A0F7-385C1897CE66}" srcId="{7E5AA53B-3EEE-4DE4-BB81-9044890C2946}" destId="{0BEF68B8-1228-47BB-83B5-7B9CD1E3F84E}" srcOrd="2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3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3E3BC7B2-D369-4BFD-8BE5-278C2C898CED}" type="presOf" srcId="{AB03023A-63D8-43F4-972C-7EC6E9D244A1}" destId="{D79B43FC-100B-4A0D-A4D5-0D2D04B99064}" srcOrd="0" destOrd="0" presId="urn:microsoft.com/office/officeart/2008/layout/VerticalCurvedList"/>
    <dgm:cxn modelId="{132DD5E4-9E85-4FAF-BB8F-145203029012}" type="presOf" srcId="{945A837D-FD32-4110-B0AE-9ABBB7045C6B}" destId="{00EBD7DE-895A-4507-8EED-49CED31C63AC}" srcOrd="0" destOrd="0" presId="urn:microsoft.com/office/officeart/2008/layout/VerticalCurvedList"/>
    <dgm:cxn modelId="{D60C4DEC-FF33-4906-B7AB-DCAA9D1BCC98}" srcId="{7E5AA53B-3EEE-4DE4-BB81-9044890C2946}" destId="{945A837D-FD32-4110-B0AE-9ABBB7045C6B}" srcOrd="0" destOrd="0" parTransId="{A685FFA2-64D5-48D2-ACCA-739249CD0FA3}" sibTransId="{AB03023A-63D8-43F4-972C-7EC6E9D244A1}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3F6DF88-826D-4E5A-B5D6-B1B901FF1596}" type="presParOf" srcId="{90561C55-3C6E-4D53-85E1-2C50BCDDA392}" destId="{00EBD7DE-895A-4507-8EED-49CED31C63AC}" srcOrd="1" destOrd="0" presId="urn:microsoft.com/office/officeart/2008/layout/VerticalCurvedList"/>
    <dgm:cxn modelId="{A330D334-E000-4710-9658-BA1143EE5AF2}" type="presParOf" srcId="{90561C55-3C6E-4D53-85E1-2C50BCDDA392}" destId="{7A0D1A64-C7A3-4C1F-8D6C-91A345B92988}" srcOrd="2" destOrd="0" presId="urn:microsoft.com/office/officeart/2008/layout/VerticalCurvedList"/>
    <dgm:cxn modelId="{96889213-3D01-4AE1-9339-554B2742E3A6}" type="presParOf" srcId="{7A0D1A64-C7A3-4C1F-8D6C-91A345B92988}" destId="{CE339D08-636F-4E7F-8DC0-F9E3D06DA7F0}" srcOrd="0" destOrd="0" presId="urn:microsoft.com/office/officeart/2008/layout/VerticalCurvedList"/>
    <dgm:cxn modelId="{189348F5-2138-4FA7-9453-31F8946CAE64}" type="presParOf" srcId="{90561C55-3C6E-4D53-85E1-2C50BCDDA392}" destId="{3B3BEA5E-CF1B-45C3-A912-3823E664BD06}" srcOrd="3" destOrd="0" presId="urn:microsoft.com/office/officeart/2008/layout/VerticalCurvedList"/>
    <dgm:cxn modelId="{0AA1B27D-C69B-47A8-AAF8-F31CF3697D39}" type="presParOf" srcId="{90561C55-3C6E-4D53-85E1-2C50BCDDA392}" destId="{304C285D-47BE-4F3A-BB1E-95620F5D00A1}" srcOrd="4" destOrd="0" presId="urn:microsoft.com/office/officeart/2008/layout/VerticalCurvedList"/>
    <dgm:cxn modelId="{CE35C862-F966-4BB2-9371-37D96DA4E96C}" type="presParOf" srcId="{304C285D-47BE-4F3A-BB1E-95620F5D00A1}" destId="{07CB3071-D555-47DA-A36A-69EB91531FD8}" srcOrd="0" destOrd="0" presId="urn:microsoft.com/office/officeart/2008/layout/VerticalCurvedList"/>
    <dgm:cxn modelId="{8341EA92-8BAF-410C-AB5E-44AC1F9D7FC8}" type="presParOf" srcId="{90561C55-3C6E-4D53-85E1-2C50BCDDA392}" destId="{3051F9DC-B50D-40C9-B060-D11F1D63051A}" srcOrd="5" destOrd="0" presId="urn:microsoft.com/office/officeart/2008/layout/VerticalCurvedList"/>
    <dgm:cxn modelId="{057A5C9B-C9C5-4BE2-A4FE-B07F40D30D03}" type="presParOf" srcId="{90561C55-3C6E-4D53-85E1-2C50BCDDA392}" destId="{EBC2076F-2D5C-4B29-A9BF-70B514CC9A76}" srcOrd="6" destOrd="0" presId="urn:microsoft.com/office/officeart/2008/layout/VerticalCurvedList"/>
    <dgm:cxn modelId="{08A9B241-9105-4B35-B4C6-4C0D9DBCCF88}" type="presParOf" srcId="{EBC2076F-2D5C-4B29-A9BF-70B514CC9A76}" destId="{3F8116AC-FAC3-4E95-9865-93CCFEB191B9}" srcOrd="0" destOrd="0" presId="urn:microsoft.com/office/officeart/2008/layout/VerticalCurvedList"/>
    <dgm:cxn modelId="{76C50664-32FE-4B25-9D37-0FE6A0B9E2D0}" type="presParOf" srcId="{90561C55-3C6E-4D53-85E1-2C50BCDDA392}" destId="{C89CD5D8-CD98-4606-8FEB-F4D84032F465}" srcOrd="7" destOrd="0" presId="urn:microsoft.com/office/officeart/2008/layout/VerticalCurvedList"/>
    <dgm:cxn modelId="{8683A51A-9A9A-4A9F-9933-CF88ADF588BA}" type="presParOf" srcId="{90561C55-3C6E-4D53-85E1-2C50BCDDA392}" destId="{9B98D1DF-2EEE-4EBD-B6F9-F626C830025C}" srcOrd="8" destOrd="0" presId="urn:microsoft.com/office/officeart/2008/layout/VerticalCurvedList"/>
    <dgm:cxn modelId="{DAC3B124-B1EA-4ABE-8328-937418AD98BE}" type="presParOf" srcId="{9B98D1DF-2EEE-4EBD-B6F9-F626C830025C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5256879" y="-811256"/>
          <a:ext cx="6307723" cy="6307723"/>
        </a:xfrm>
        <a:prstGeom prst="blockArc">
          <a:avLst>
            <a:gd name="adj1" fmla="val 18900000"/>
            <a:gd name="adj2" fmla="val 2700000"/>
            <a:gd name="adj3" fmla="val 342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EBD7DE-895A-4507-8EED-49CED31C63AC}">
      <dsp:nvSpPr>
        <dsp:cNvPr id="0" name=""/>
        <dsp:cNvSpPr/>
      </dsp:nvSpPr>
      <dsp:spPr>
        <a:xfrm>
          <a:off x="861258" y="669329"/>
          <a:ext cx="10368742" cy="133847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241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baseline="0" dirty="0">
              <a:solidFill>
                <a:srgbClr val="FFFF00"/>
              </a:solidFill>
              <a:latin typeface="Gill Sans MT" panose="020B0502020104020203"/>
              <a:ea typeface="+mn-ea"/>
              <a:cs typeface="+mn-cs"/>
            </a:rPr>
            <a:t>Soluções</a:t>
          </a:r>
          <a:r>
            <a:rPr lang="pt-BR" sz="3000" kern="1200" baseline="0" dirty="0">
              <a:solidFill>
                <a:prstClr val="white"/>
              </a:solidFill>
              <a:latin typeface="Gill Sans MT" panose="020B0502020104020203"/>
              <a:ea typeface="+mn-ea"/>
              <a:cs typeface="+mn-cs"/>
            </a:rPr>
            <a:t>: sequências de ações que levam de um estado inicial a um objetivo.</a:t>
          </a:r>
        </a:p>
      </dsp:txBody>
      <dsp:txXfrm>
        <a:off x="861258" y="669329"/>
        <a:ext cx="10368742" cy="1338471"/>
      </dsp:txXfrm>
    </dsp:sp>
    <dsp:sp modelId="{CE339D08-636F-4E7F-8DC0-F9E3D06DA7F0}">
      <dsp:nvSpPr>
        <dsp:cNvPr id="0" name=""/>
        <dsp:cNvSpPr/>
      </dsp:nvSpPr>
      <dsp:spPr>
        <a:xfrm>
          <a:off x="24714" y="502020"/>
          <a:ext cx="1673088" cy="16730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3BEA5E-CF1B-45C3-A912-3823E664BD06}">
      <dsp:nvSpPr>
        <dsp:cNvPr id="0" name=""/>
        <dsp:cNvSpPr/>
      </dsp:nvSpPr>
      <dsp:spPr>
        <a:xfrm>
          <a:off x="861258" y="2677410"/>
          <a:ext cx="10368742" cy="133847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2411" tIns="76200" rIns="76200" bIns="76200" numCol="1" spcCol="1270" rtlCol="0" anchor="ctr" anchorCtr="0">
          <a:noAutofit/>
        </a:bodyPr>
        <a:lstStyle/>
        <a:p>
          <a:pPr marL="0" lvl="0" indent="0" algn="l" defTabSz="13335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baseline="0" noProof="0" dirty="0">
              <a:solidFill>
                <a:srgbClr val="FFFF00"/>
              </a:solidFill>
            </a:rPr>
            <a:t>Solução ótima</a:t>
          </a:r>
          <a:r>
            <a:rPr lang="pt-BR" sz="3000" kern="1200" baseline="0" noProof="0" dirty="0"/>
            <a:t>: solução de custo mínimo</a:t>
          </a:r>
          <a:endParaRPr lang="pt-BR" sz="4700" kern="1200" noProof="0" dirty="0"/>
        </a:p>
      </dsp:txBody>
      <dsp:txXfrm>
        <a:off x="861258" y="2677410"/>
        <a:ext cx="10368742" cy="1338471"/>
      </dsp:txXfrm>
    </dsp:sp>
    <dsp:sp modelId="{07CB3071-D555-47DA-A36A-69EB91531FD8}">
      <dsp:nvSpPr>
        <dsp:cNvPr id="0" name=""/>
        <dsp:cNvSpPr/>
      </dsp:nvSpPr>
      <dsp:spPr>
        <a:xfrm>
          <a:off x="24714" y="2510101"/>
          <a:ext cx="1673088" cy="16730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5297162" y="-811256"/>
          <a:ext cx="6307723" cy="6307723"/>
        </a:xfrm>
        <a:prstGeom prst="blockArc">
          <a:avLst>
            <a:gd name="adj1" fmla="val 18900000"/>
            <a:gd name="adj2" fmla="val 2700000"/>
            <a:gd name="adj3" fmla="val 342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EBD7DE-895A-4507-8EED-49CED31C63AC}">
      <dsp:nvSpPr>
        <dsp:cNvPr id="0" name=""/>
        <dsp:cNvSpPr/>
      </dsp:nvSpPr>
      <dsp:spPr>
        <a:xfrm>
          <a:off x="529086" y="360199"/>
          <a:ext cx="10660631" cy="72077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211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baseline="0" dirty="0">
              <a:solidFill>
                <a:prstClr val="white"/>
              </a:solidFill>
              <a:latin typeface="Gill Sans MT" panose="020B0502020104020203"/>
              <a:ea typeface="+mn-ea"/>
              <a:cs typeface="+mn-cs"/>
            </a:rPr>
            <a:t>Estado Inicial</a:t>
          </a:r>
        </a:p>
      </dsp:txBody>
      <dsp:txXfrm>
        <a:off x="529086" y="360199"/>
        <a:ext cx="10660631" cy="720772"/>
      </dsp:txXfrm>
    </dsp:sp>
    <dsp:sp modelId="{CE339D08-636F-4E7F-8DC0-F9E3D06DA7F0}">
      <dsp:nvSpPr>
        <dsp:cNvPr id="0" name=""/>
        <dsp:cNvSpPr/>
      </dsp:nvSpPr>
      <dsp:spPr>
        <a:xfrm>
          <a:off x="78603" y="270102"/>
          <a:ext cx="900966" cy="9009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3BEA5E-CF1B-45C3-A912-3823E664BD06}">
      <dsp:nvSpPr>
        <dsp:cNvPr id="0" name=""/>
        <dsp:cNvSpPr/>
      </dsp:nvSpPr>
      <dsp:spPr>
        <a:xfrm>
          <a:off x="942322" y="1441545"/>
          <a:ext cx="10247395" cy="72077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2113" tIns="76200" rIns="76200" bIns="76200" numCol="1" spcCol="1270" rtlCol="0" anchor="ctr" anchorCtr="0">
          <a:noAutofit/>
        </a:bodyPr>
        <a:lstStyle/>
        <a:p>
          <a:pPr marL="0" lvl="0" indent="0" algn="l" defTabSz="13335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baseline="0" noProof="0" dirty="0"/>
            <a:t>Ações</a:t>
          </a:r>
          <a:endParaRPr lang="pt-BR" sz="4700" kern="1200" noProof="0" dirty="0"/>
        </a:p>
      </dsp:txBody>
      <dsp:txXfrm>
        <a:off x="942322" y="1441545"/>
        <a:ext cx="10247395" cy="720772"/>
      </dsp:txXfrm>
    </dsp:sp>
    <dsp:sp modelId="{07CB3071-D555-47DA-A36A-69EB91531FD8}">
      <dsp:nvSpPr>
        <dsp:cNvPr id="0" name=""/>
        <dsp:cNvSpPr/>
      </dsp:nvSpPr>
      <dsp:spPr>
        <a:xfrm>
          <a:off x="491839" y="1351449"/>
          <a:ext cx="900966" cy="9009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51F9DC-B50D-40C9-B060-D11F1D63051A}">
      <dsp:nvSpPr>
        <dsp:cNvPr id="0" name=""/>
        <dsp:cNvSpPr/>
      </dsp:nvSpPr>
      <dsp:spPr>
        <a:xfrm>
          <a:off x="942322" y="2522892"/>
          <a:ext cx="10247395" cy="72077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2113" tIns="71120" rIns="71120" bIns="71120" numCol="1" spcCol="1270" rtlCol="0" anchor="ctr" anchorCtr="0">
          <a:noAutofit/>
        </a:bodyPr>
        <a:lstStyle/>
        <a:p>
          <a:pPr marL="0" lvl="0" indent="0" algn="l" defTabSz="12446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noProof="0" dirty="0"/>
            <a:t>Teste de Objetivo</a:t>
          </a:r>
        </a:p>
      </dsp:txBody>
      <dsp:txXfrm>
        <a:off x="942322" y="2522892"/>
        <a:ext cx="10247395" cy="720772"/>
      </dsp:txXfrm>
    </dsp:sp>
    <dsp:sp modelId="{3F8116AC-FAC3-4E95-9865-93CCFEB191B9}">
      <dsp:nvSpPr>
        <dsp:cNvPr id="0" name=""/>
        <dsp:cNvSpPr/>
      </dsp:nvSpPr>
      <dsp:spPr>
        <a:xfrm>
          <a:off x="491839" y="2432795"/>
          <a:ext cx="900966" cy="9009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9CD5D8-CD98-4606-8FEB-F4D84032F465}">
      <dsp:nvSpPr>
        <dsp:cNvPr id="0" name=""/>
        <dsp:cNvSpPr/>
      </dsp:nvSpPr>
      <dsp:spPr>
        <a:xfrm>
          <a:off x="529086" y="3604239"/>
          <a:ext cx="10660631" cy="72077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2113" tIns="71120" rIns="71120" bIns="71120" numCol="1" spcCol="1270" rtlCol="0" anchor="ctr" anchorCtr="0">
          <a:noAutofit/>
        </a:bodyPr>
        <a:lstStyle/>
        <a:p>
          <a:pPr marL="0" lvl="0" indent="0" algn="l" defTabSz="12446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noProof="0" dirty="0"/>
            <a:t>Custo</a:t>
          </a:r>
          <a:endParaRPr lang="pt-BR" sz="4700" kern="1200" noProof="0" dirty="0"/>
        </a:p>
      </dsp:txBody>
      <dsp:txXfrm>
        <a:off x="529086" y="3604239"/>
        <a:ext cx="10660631" cy="720772"/>
      </dsp:txXfrm>
    </dsp:sp>
    <dsp:sp modelId="{A965097E-32F1-4AB8-8C4E-2814A7596B2F}">
      <dsp:nvSpPr>
        <dsp:cNvPr id="0" name=""/>
        <dsp:cNvSpPr/>
      </dsp:nvSpPr>
      <dsp:spPr>
        <a:xfrm>
          <a:off x="78603" y="3514142"/>
          <a:ext cx="900966" cy="9009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17C7B7-34F5-4531-9889-28687F60FAC8}" type="datetime1">
              <a:rPr lang="pt-BR" smtClean="0"/>
              <a:t>27/04/2026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3EC75-555C-481D-9088-738CE6DDFC83}" type="datetime1">
              <a:rPr lang="pt-BR" smtClean="0"/>
              <a:pPr/>
              <a:t>27/04/2026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2B92F-23F6-9013-17A6-A649032F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8BE7BED1-A07C-6EFC-F856-6F1BA54FF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E880D703-E12E-0EA7-50B4-D9A35EA50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7BD32EE-D741-7EA1-8CA0-66740C0AD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805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1EBC1-CC2C-594B-8BFA-A717D4538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EE93B500-CB04-60A1-C935-2E043E989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35C2120-E5D8-4D72-9A8C-E4773A4F0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A89C283A-C6F0-EBB4-F5F0-A36D47399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2817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F5B136-74F1-42D3-987D-A097EEF8F2FE}" type="datetime1">
              <a:rPr lang="pt-BR" noProof="0" smtClean="0"/>
              <a:t>27/04/2026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4AF3F4-81C7-4F15-8991-6D0E8D06651A}" type="datetime1">
              <a:rPr lang="pt-BR" noProof="0" smtClean="0"/>
              <a:t>27/04/2026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E2946E4-8964-43BF-B1D5-4261B83248E5}" type="datetime1">
              <a:rPr lang="pt-BR" noProof="0" smtClean="0"/>
              <a:t>27/04/2026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C9F420-083C-437A-9265-7F13EB97C6A2}" type="datetime1">
              <a:rPr lang="pt-BR" noProof="0" smtClean="0"/>
              <a:t>27/04/2026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07AF20-ED70-4B21-B799-75BB5818AB43}" type="datetime1">
              <a:rPr lang="pt-BR" noProof="0" smtClean="0"/>
              <a:t>27/04/2026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33D876-8C34-42FC-BFF7-457557B97BB7}" type="datetime1">
              <a:rPr lang="pt-BR" noProof="0" smtClean="0"/>
              <a:t>27/04/2026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Retâ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92437E-206F-4A1C-947F-806A50A40B88}" type="datetime1">
              <a:rPr lang="pt-BR" noProof="0" smtClean="0"/>
              <a:t>27/04/2026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036DDBC-F1EF-4D09-A533-5995BC167053}" type="datetime1">
              <a:rPr lang="pt-BR" noProof="0" smtClean="0"/>
              <a:t>27/04/2026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FDDC01-A1CF-4C3A-BE96-FBC60101324D}" type="datetime1">
              <a:rPr lang="pt-BR" noProof="0" smtClean="0"/>
              <a:t>27/04/2026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29B074-15EB-43FB-8347-3A734D799093}" type="datetime1">
              <a:rPr lang="pt-BR" noProof="0" smtClean="0"/>
              <a:t>27/04/2026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36303E3-8DE9-4C2D-91EE-6F377AE582A8}" type="datetime1">
              <a:rPr lang="pt-BR" noProof="0" smtClean="0"/>
              <a:t>27/04/2026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52266794-2CD5-4ED3-94F8-8B8DC65FDDE3}" type="datetime1">
              <a:rPr lang="pt-BR" noProof="0" smtClean="0"/>
              <a:t>27/04/2026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â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m 6" descr="Conexões Digitai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pt-BR" sz="6000" dirty="0">
                <a:solidFill>
                  <a:schemeClr val="bg1"/>
                </a:solidFill>
              </a:rPr>
              <a:t>Inteligência artificial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7CEBFF"/>
                </a:solidFill>
              </a:rPr>
              <a:t>Aula 3 – Busca informada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3CC3A-C2AB-722F-BF5B-39C480513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ângulo 12">
            <a:extLst>
              <a:ext uri="{FF2B5EF4-FFF2-40B4-BE49-F238E27FC236}">
                <a16:creationId xmlns:a16="http://schemas.microsoft.com/office/drawing/2014/main" id="{A3B5DBC1-8DFA-AEA6-21C9-5D92CD0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8" name="Espaço Reservado para Conteúdo 4" descr="Números Digitais">
            <a:extLst>
              <a:ext uri="{FF2B5EF4-FFF2-40B4-BE49-F238E27FC236}">
                <a16:creationId xmlns:a16="http://schemas.microsoft.com/office/drawing/2014/main" id="{354CF962-6985-8724-4EB6-A8910E36EDB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5576EC7F-CE9B-3E17-06FC-D0C8A1CA9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4552F135-C9B1-69AA-F12D-AAB46C4274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B5D2932B-25DE-2867-C849-61319B20E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F6C7123B-E84B-0EB6-5244-814FD3C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401E327-97E2-CA04-AA3B-523292AAD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21625"/>
            <a:ext cx="11016341" cy="1416182"/>
          </a:xfrm>
        </p:spPr>
        <p:txBody>
          <a:bodyPr rtlCol="0" anchor="ctr">
            <a:normAutofit/>
          </a:bodyPr>
          <a:lstStyle/>
          <a:p>
            <a:pPr rtl="0"/>
            <a:r>
              <a:rPr lang="pt-BR" dirty="0"/>
              <a:t>Soluções</a:t>
            </a:r>
          </a:p>
        </p:txBody>
      </p:sp>
      <p:graphicFrame>
        <p:nvGraphicFramePr>
          <p:cNvPr id="6" name="Espaço Reservado para Conteúdo 5" descr="SmartArt">
            <a:extLst>
              <a:ext uri="{FF2B5EF4-FFF2-40B4-BE49-F238E27FC236}">
                <a16:creationId xmlns:a16="http://schemas.microsoft.com/office/drawing/2014/main" id="{7CB0038C-A52A-99AC-0FA8-69C6CCA649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793626"/>
              </p:ext>
            </p:extLst>
          </p:nvPr>
        </p:nvGraphicFramePr>
        <p:xfrm>
          <a:off x="719570" y="1976846"/>
          <a:ext cx="11254716" cy="4685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80471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45F37-5624-41BA-F71E-669A6975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F5727-FF2A-E8D1-AFD1-FABBA47CC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pt-BR" dirty="0"/>
              <a:t>Busca Informada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BB99DA6-9CAF-C586-FB06-1D24FD2C5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574" y="2038865"/>
            <a:ext cx="11290851" cy="4606921"/>
          </a:xfrm>
        </p:spPr>
        <p:txBody>
          <a:bodyPr/>
          <a:lstStyle/>
          <a:p>
            <a:r>
              <a:rPr lang="en-US" sz="6000" b="1" dirty="0"/>
              <a:t>Utiliza </a:t>
            </a:r>
            <a:r>
              <a:rPr lang="en-US" sz="6000" b="1" dirty="0" err="1">
                <a:solidFill>
                  <a:srgbClr val="C00000"/>
                </a:solidFill>
              </a:rPr>
              <a:t>conhecimento</a:t>
            </a:r>
            <a:r>
              <a:rPr lang="en-US" sz="6000" b="1" dirty="0">
                <a:solidFill>
                  <a:srgbClr val="C00000"/>
                </a:solidFill>
              </a:rPr>
              <a:t> </a:t>
            </a:r>
            <a:r>
              <a:rPr lang="en-US" sz="6000" b="1" dirty="0" err="1">
                <a:solidFill>
                  <a:srgbClr val="C00000"/>
                </a:solidFill>
              </a:rPr>
              <a:t>específico</a:t>
            </a:r>
            <a:r>
              <a:rPr lang="en-US" sz="6000" b="1" dirty="0">
                <a:solidFill>
                  <a:srgbClr val="C00000"/>
                </a:solidFill>
              </a:rPr>
              <a:t> </a:t>
            </a:r>
            <a:r>
              <a:rPr lang="en-US" sz="6000" b="1" dirty="0" err="1"/>
              <a:t>sobre</a:t>
            </a:r>
            <a:r>
              <a:rPr lang="en-US" sz="6000" b="1" dirty="0"/>
              <a:t> o </a:t>
            </a:r>
            <a:r>
              <a:rPr lang="en-US" sz="6000" b="1" dirty="0" err="1"/>
              <a:t>problema</a:t>
            </a:r>
            <a:r>
              <a:rPr lang="en-US" sz="6000" b="1" dirty="0"/>
              <a:t> para </a:t>
            </a:r>
            <a:r>
              <a:rPr lang="en-US" sz="6000" b="1" dirty="0" err="1"/>
              <a:t>encontar</a:t>
            </a:r>
            <a:r>
              <a:rPr lang="en-US" sz="6000" b="1" dirty="0"/>
              <a:t> </a:t>
            </a:r>
            <a:r>
              <a:rPr lang="en-US" sz="6000" b="1" dirty="0" err="1"/>
              <a:t>soluções</a:t>
            </a:r>
            <a:r>
              <a:rPr lang="en-US" sz="6000" b="1" dirty="0"/>
              <a:t> de forma </a:t>
            </a:r>
            <a:r>
              <a:rPr lang="en-US" sz="6000" b="1" dirty="0" err="1"/>
              <a:t>mais</a:t>
            </a:r>
            <a:r>
              <a:rPr lang="en-US" sz="6000" b="1" dirty="0"/>
              <a:t> </a:t>
            </a:r>
            <a:r>
              <a:rPr lang="en-US" sz="6000" b="1" dirty="0" err="1"/>
              <a:t>eficiente</a:t>
            </a:r>
            <a:r>
              <a:rPr lang="en-US" sz="6000" b="1" dirty="0"/>
              <a:t> do </a:t>
            </a:r>
            <a:r>
              <a:rPr lang="en-US" sz="6000" b="1" dirty="0" err="1"/>
              <a:t>que</a:t>
            </a:r>
            <a:r>
              <a:rPr lang="en-US" sz="6000" b="1" dirty="0"/>
              <a:t> a </a:t>
            </a:r>
            <a:r>
              <a:rPr lang="en-US" sz="6000" b="1" dirty="0" err="1"/>
              <a:t>busca</a:t>
            </a:r>
            <a:r>
              <a:rPr lang="en-US" sz="6000" b="1" dirty="0"/>
              <a:t> </a:t>
            </a:r>
            <a:r>
              <a:rPr lang="en-US" sz="6000" b="1" dirty="0" err="1"/>
              <a:t>cega</a:t>
            </a:r>
            <a:r>
              <a:rPr lang="en-US" sz="6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7680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7FA61-E815-B699-A1A8-A51975E3C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ângulo 12">
            <a:extLst>
              <a:ext uri="{FF2B5EF4-FFF2-40B4-BE49-F238E27FC236}">
                <a16:creationId xmlns:a16="http://schemas.microsoft.com/office/drawing/2014/main" id="{89B96C55-AB55-779D-843A-27C84E0A3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8" name="Espaço Reservado para Conteúdo 4" descr="Números Digitais">
            <a:extLst>
              <a:ext uri="{FF2B5EF4-FFF2-40B4-BE49-F238E27FC236}">
                <a16:creationId xmlns:a16="http://schemas.microsoft.com/office/drawing/2014/main" id="{6AF5A333-D635-B031-D2C1-318C616F41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1D45A71A-4E92-BF20-3BF8-55B287C0C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5FF48A79-13A2-FEBC-9BFB-3D2E36E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BE57D41F-5C13-6851-8C00-CA93F38E5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748B9219-FD19-7175-B410-7246BCAADD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D464860-2993-072B-1CFB-1D3A0D04B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21625"/>
            <a:ext cx="11016341" cy="1416182"/>
          </a:xfrm>
        </p:spPr>
        <p:txBody>
          <a:bodyPr rtlCol="0" anchor="ctr">
            <a:normAutofit/>
          </a:bodyPr>
          <a:lstStyle/>
          <a:p>
            <a:pPr rtl="0"/>
            <a:r>
              <a:rPr lang="pt-BR" dirty="0"/>
              <a:t>Problema</a:t>
            </a:r>
          </a:p>
        </p:txBody>
      </p:sp>
      <p:graphicFrame>
        <p:nvGraphicFramePr>
          <p:cNvPr id="6" name="Espaço Reservado para Conteúdo 5" descr="SmartArt">
            <a:extLst>
              <a:ext uri="{FF2B5EF4-FFF2-40B4-BE49-F238E27FC236}">
                <a16:creationId xmlns:a16="http://schemas.microsoft.com/office/drawing/2014/main" id="{101ACFE3-30D4-719D-0353-A7CD5C960A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731370"/>
              </p:ext>
            </p:extLst>
          </p:nvPr>
        </p:nvGraphicFramePr>
        <p:xfrm>
          <a:off x="719570" y="1976846"/>
          <a:ext cx="11254716" cy="4685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77186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FD4C4-1902-7E61-0D7C-BAB8A45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pt-BR" dirty="0"/>
              <a:t>Busca i</a:t>
            </a:r>
            <a:r>
              <a:rPr lang="pt-BR" dirty="0">
                <a:sym typeface="Wingdings" panose="05000000000000000000" pitchFamily="2" charset="2"/>
              </a:rPr>
              <a:t>nformada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1465ED-4824-6299-5221-1223ACA94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8225" y="1972638"/>
            <a:ext cx="11507055" cy="4654193"/>
          </a:xfrm>
        </p:spPr>
        <p:txBody>
          <a:bodyPr anchor="ctr">
            <a:normAutofit fontScale="92500" lnSpcReduction="10000"/>
          </a:bodyPr>
          <a:lstStyle/>
          <a:p>
            <a:r>
              <a:rPr lang="pt-BR" sz="6600" dirty="0"/>
              <a:t>Abordagem geral: </a:t>
            </a:r>
            <a:br>
              <a:rPr lang="pt-BR" sz="6600" dirty="0"/>
            </a:br>
            <a:r>
              <a:rPr lang="pt-BR" sz="6600" dirty="0"/>
              <a:t>		Busca pela melhora escolha</a:t>
            </a:r>
          </a:p>
          <a:p>
            <a:r>
              <a:rPr lang="pt-BR" sz="5200" dirty="0">
                <a:solidFill>
                  <a:srgbClr val="FF0000"/>
                </a:solidFill>
              </a:rPr>
              <a:t>Utiliza função de avaliação para nós.</a:t>
            </a:r>
            <a:endParaRPr lang="pt-BR" sz="7800" dirty="0">
              <a:solidFill>
                <a:srgbClr val="FF0000"/>
              </a:solidFill>
            </a:endParaRPr>
          </a:p>
          <a:p>
            <a:r>
              <a:rPr lang="pt-BR" sz="5200" dirty="0">
                <a:solidFill>
                  <a:srgbClr val="FF0000"/>
                </a:solidFill>
              </a:rPr>
              <a:t>Expande o nó com melhor avaliação.</a:t>
            </a:r>
          </a:p>
          <a:p>
            <a:r>
              <a:rPr lang="pt-BR" sz="5200" dirty="0">
                <a:solidFill>
                  <a:srgbClr val="FF0000"/>
                </a:solidFill>
              </a:rPr>
              <a:t>Estratégia de busca depende da função</a:t>
            </a:r>
            <a:endParaRPr lang="pt-BR" sz="3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75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BF018-BAF4-C68C-E1F4-717EB0C94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F1AD8-9E18-9229-ADE0-3618FC94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pt-BR" dirty="0"/>
              <a:t>Melhor escolha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71D21F-690F-00C7-2395-CAF752AD3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2472" y="2569996"/>
            <a:ext cx="11507055" cy="3558346"/>
          </a:xfrm>
        </p:spPr>
        <p:txBody>
          <a:bodyPr anchor="ctr">
            <a:normAutofit fontScale="85000" lnSpcReduction="20000"/>
          </a:bodyPr>
          <a:lstStyle/>
          <a:p>
            <a:r>
              <a:rPr lang="pt-BR" sz="5400" dirty="0"/>
              <a:t>Ideia: função de avaliação </a:t>
            </a:r>
            <a:r>
              <a:rPr lang="pt-BR" sz="5400" b="1" dirty="0">
                <a:solidFill>
                  <a:srgbClr val="C00000"/>
                </a:solidFill>
              </a:rPr>
              <a:t>f(n)</a:t>
            </a:r>
            <a:r>
              <a:rPr lang="pt-BR" sz="5400" dirty="0"/>
              <a:t> dá uma </a:t>
            </a:r>
            <a:r>
              <a:rPr lang="pt-BR" sz="5400" b="1" dirty="0">
                <a:solidFill>
                  <a:srgbClr val="C00000"/>
                </a:solidFill>
              </a:rPr>
              <a:t>estimativa</a:t>
            </a:r>
            <a:r>
              <a:rPr lang="pt-BR" sz="5400" dirty="0"/>
              <a:t> do valor do nó </a:t>
            </a:r>
            <a:r>
              <a:rPr lang="pt-BR" sz="5400" b="1" dirty="0">
                <a:solidFill>
                  <a:srgbClr val="C00000"/>
                </a:solidFill>
              </a:rPr>
              <a:t>n</a:t>
            </a:r>
          </a:p>
          <a:p>
            <a:endParaRPr lang="pt-BR" sz="5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pt-BR" sz="5400" b="1" dirty="0">
                <a:solidFill>
                  <a:srgbClr val="C00000"/>
                </a:solidFill>
                <a:sym typeface="Wingdings" panose="05000000000000000000" pitchFamily="2" charset="2"/>
              </a:rPr>
              <a:t> Expandir nó mais desejável que ainda não foi expandido</a:t>
            </a:r>
            <a:endParaRPr lang="pt-BR" sz="5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614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â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FFFFFF"/>
                </a:solidFill>
              </a:rPr>
              <a:t>Professor Parisotto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r>
              <a:rPr lang="pt-BR" sz="2400" cap="none" dirty="0">
                <a:solidFill>
                  <a:schemeClr val="bg2"/>
                </a:solidFill>
              </a:rPr>
              <a:t>www.parisotto.com.br</a:t>
            </a:r>
          </a:p>
          <a:p>
            <a:pPr rtl="0"/>
            <a:endParaRPr lang="pt-BR" dirty="0">
              <a:solidFill>
                <a:schemeClr val="bg2"/>
              </a:solidFill>
            </a:endParaRPr>
          </a:p>
          <a:p>
            <a:pPr rtl="0"/>
            <a:endParaRPr lang="pt-BR" dirty="0">
              <a:solidFill>
                <a:schemeClr val="bg2"/>
              </a:solidFill>
            </a:endParaRPr>
          </a:p>
        </p:txBody>
      </p:sp>
      <p:pic>
        <p:nvPicPr>
          <p:cNvPr id="5" name="Imagem 4" descr="Números Digitai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438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{F9E1EEC1-D3DB-471F-8374-FFF1E1A1733C}TF9cd6fad6-da1d-416b-8dc8-a086cd1045b136a2ac61_win32-213b552fe10f</Template>
  <TotalTime>2500</TotalTime>
  <Words>133</Words>
  <Application>Microsoft Office PowerPoint</Application>
  <PresentationFormat>Widescreen</PresentationFormat>
  <Paragraphs>27</Paragraphs>
  <Slides>7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Calibri</vt:lpstr>
      <vt:lpstr>Gill Sans MT</vt:lpstr>
      <vt:lpstr>Wingdings</vt:lpstr>
      <vt:lpstr>Wingdings 2</vt:lpstr>
      <vt:lpstr>Personalizado</vt:lpstr>
      <vt:lpstr>Inteligência artificial</vt:lpstr>
      <vt:lpstr>Soluções</vt:lpstr>
      <vt:lpstr>Busca Informada</vt:lpstr>
      <vt:lpstr>Problema</vt:lpstr>
      <vt:lpstr>Busca informada</vt:lpstr>
      <vt:lpstr>Melhor escolha</vt:lpstr>
      <vt:lpstr>Professor Parisotto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EDSON LUIZ PARISOTTO</dc:creator>
  <cp:lastModifiedBy>Edson Luiz Parisotto</cp:lastModifiedBy>
  <cp:revision>16</cp:revision>
  <dcterms:created xsi:type="dcterms:W3CDTF">2026-03-20T11:57:34Z</dcterms:created>
  <dcterms:modified xsi:type="dcterms:W3CDTF">2026-04-27T04:07:40Z</dcterms:modified>
</cp:coreProperties>
</file>